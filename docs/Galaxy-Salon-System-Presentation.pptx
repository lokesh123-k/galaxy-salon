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Introduce scope: salon + academy + integrations.</a:t>
            </a:r>
          </a:p>
          <a:p>
            <a:r>
              <a:t>- Mention stack: Next.js, Express,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Focus on business impact first.</a:t>
            </a:r>
          </a:p>
          <a:p>
            <a:r>
              <a:t>- Position this as an operations transformation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Explain end-to-end request lifecycle from UI to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Emphasize shared entities across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POS speed and reliability are central to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Security check is HMAC signature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Point out reminderSent flag for duplicate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Data consistency between billing and inventory is a key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App supports both retail services and education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Reports drive pricing and staffing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Current AI is deterministic/statistical and can evolve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Call out admin-only endpoints for critical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Mention post-deploy smoke test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Present gaps as planned hardening, not system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Invite operational and implementation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Galaxy Salon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Comprehensive Billing, Operations, and Analytics Platform</a:t>
            </a:r>
          </a:p>
          <a:p>
            <a:pPr>
              <a:defRPr sz="2000"/>
            </a:pPr>
            <a:r>
              <a:t>Salon + Academy management in one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Pain points: slow billing, manual records, disconnected systems</a:t>
            </a:r>
          </a:p>
          <a:p>
            <a:pPr>
              <a:defRPr sz="2000"/>
            </a:pPr>
            <a:r>
              <a:t>Goal: one integrated platform for counter, operations, and management</a:t>
            </a:r>
          </a:p>
          <a:p>
            <a:pPr>
              <a:defRPr sz="2000"/>
            </a:pPr>
            <a:r>
              <a:t>Outcome: faster operations and cleaner business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Next.js Pages Router + React</a:t>
            </a:r>
          </a:p>
          <a:p>
            <a:pPr>
              <a:defRPr sz="2000"/>
            </a:pPr>
            <a:r>
              <a:t>Backend: Express API with JWT and validators</a:t>
            </a:r>
          </a:p>
          <a:p>
            <a:pPr>
              <a:defRPr sz="2000"/>
            </a:pPr>
            <a:r>
              <a:t>Database: MongoDB with Mongoose</a:t>
            </a:r>
          </a:p>
          <a:p>
            <a:pPr>
              <a:defRPr sz="2000"/>
            </a:pPr>
            <a:r>
              <a:t>Integrations: Razorpay, WhatsApp Cloud API, thermal print, barcode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 and Billing</a:t>
            </a:r>
          </a:p>
          <a:p>
            <a:pPr>
              <a:defRPr sz="2000"/>
            </a:pPr>
            <a:r>
              <a:t>Appointments</a:t>
            </a:r>
          </a:p>
          <a:p>
            <a:pPr>
              <a:defRPr sz="2000"/>
            </a:pPr>
            <a:r>
              <a:t>Customers and Loyalty</a:t>
            </a:r>
          </a:p>
          <a:p>
            <a:pPr>
              <a:defRPr sz="2000"/>
            </a:pPr>
            <a:r>
              <a:t>Products and Inventory</a:t>
            </a:r>
          </a:p>
          <a:p>
            <a:pPr>
              <a:defRPr sz="2000"/>
            </a:pPr>
            <a:r>
              <a:t>Services and Employees</a:t>
            </a:r>
          </a:p>
          <a:p>
            <a:pPr>
              <a:defRPr sz="2000"/>
            </a:pPr>
            <a:r>
              <a:t>Academy (Courses, Students)</a:t>
            </a:r>
          </a:p>
          <a:p>
            <a:pPr>
              <a:defRPr sz="2000"/>
            </a:pPr>
            <a:r>
              <a:t>Reports and AI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Select or create customer</a:t>
            </a:r>
          </a:p>
          <a:p>
            <a:pPr>
              <a:defRPr sz="2000"/>
            </a:pPr>
            <a:r>
              <a:t>Add services and products (scanner/manual)</a:t>
            </a:r>
          </a:p>
          <a:p>
            <a:pPr>
              <a:defRPr sz="2000"/>
            </a:pPr>
            <a:r>
              <a:t>Apply discount and tax</a:t>
            </a:r>
          </a:p>
          <a:p>
            <a:pPr>
              <a:defRPr sz="2000"/>
            </a:pPr>
            <a:r>
              <a:t>Choose payment mode</a:t>
            </a:r>
          </a:p>
          <a:p>
            <a:pPr>
              <a:defRPr sz="2000"/>
            </a:pPr>
            <a:r>
              <a:t>Create bill and update stock/loyalty</a:t>
            </a:r>
          </a:p>
          <a:p>
            <a:pPr>
              <a:defRPr sz="2000"/>
            </a:pPr>
            <a:r>
              <a:t>Print and optionally send WhatsApp receipt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Cash flow completes bill directly</a:t>
            </a:r>
          </a:p>
          <a:p>
            <a:pPr>
              <a:defRPr sz="2000"/>
            </a:pPr>
            <a:r>
              <a:t>UPI/Card flow uses Razorpay order creation</a:t>
            </a:r>
          </a:p>
          <a:p>
            <a:pPr>
              <a:defRPr sz="2000"/>
            </a:pPr>
            <a:r>
              <a:t>Callback signature is verified on backend</a:t>
            </a:r>
          </a:p>
          <a:p>
            <a:pPr>
              <a:defRPr sz="2000"/>
            </a:pPr>
            <a:r>
              <a:t>Split payment fields are supported in bill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Appointments and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Book appointment with customer, service, date, time</a:t>
            </a:r>
          </a:p>
          <a:p>
            <a:pPr>
              <a:defRPr sz="2000"/>
            </a:pPr>
            <a:r>
              <a:t>Track status from scheduled to completion/cancellation</a:t>
            </a:r>
          </a:p>
          <a:p>
            <a:pPr>
              <a:defRPr sz="2000"/>
            </a:pPr>
            <a:r>
              <a:t>Cron job runs daily at 8:00 AM</a:t>
            </a:r>
          </a:p>
          <a:p>
            <a:pPr>
              <a:defRPr sz="2000"/>
            </a:pPr>
            <a:r>
              <a:t>WhatsApp reminders sent for next-day appointments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and Barcode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Barcode lookup adds products quickly in POS</a:t>
            </a:r>
          </a:p>
          <a:p>
            <a:pPr>
              <a:defRPr sz="2000"/>
            </a:pPr>
            <a:r>
              <a:t>Stock decremented on bill creation</a:t>
            </a:r>
          </a:p>
          <a:p>
            <a:pPr>
              <a:defRPr sz="2000"/>
            </a:pPr>
            <a:r>
              <a:t>Low-stock endpoint helps reorder planning</a:t>
            </a:r>
          </a:p>
          <a:p>
            <a:pPr>
              <a:defRPr sz="2000"/>
            </a:pPr>
            <a:r>
              <a:t>Stock restored when bill is cancelled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and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Employee setup includes role, salary, commission</a:t>
            </a:r>
          </a:p>
          <a:p>
            <a:pPr>
              <a:defRPr sz="2000"/>
            </a:pPr>
            <a:r>
              <a:t>Performance endpoint aggregates billed contribution</a:t>
            </a:r>
          </a:p>
          <a:p>
            <a:pPr>
              <a:defRPr sz="2000"/>
            </a:pPr>
            <a:r>
              <a:t>Academy supports courses, students, fee ledger, attendance</a:t>
            </a:r>
          </a:p>
          <a:p>
            <a:pPr>
              <a:defRPr sz="2000"/>
            </a:pPr>
            <a:r>
              <a:t>Certificate issuance completes student 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Dashboard summary for daily and monthly health</a:t>
            </a:r>
          </a:p>
          <a:p>
            <a:pPr>
              <a:defRPr sz="2000"/>
            </a:pPr>
            <a:r>
              <a:t>Sales trends with group-by periods</a:t>
            </a:r>
          </a:p>
          <a:p>
            <a:pPr>
              <a:defRPr sz="2000"/>
            </a:pPr>
            <a:r>
              <a:t>Top services and products</a:t>
            </a:r>
          </a:p>
          <a:p>
            <a:pPr>
              <a:defRPr sz="2000"/>
            </a:pPr>
            <a:r>
              <a:t>Payment method mix and employee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Revenue prediction</a:t>
            </a:r>
          </a:p>
          <a:p>
            <a:pPr>
              <a:defRPr sz="2000"/>
            </a:pPr>
            <a:r>
              <a:t>Churn-risk customer identification</a:t>
            </a:r>
          </a:p>
          <a:p>
            <a:pPr>
              <a:defRPr sz="2000"/>
            </a:pPr>
            <a:r>
              <a:t>Service recommendations</a:t>
            </a:r>
          </a:p>
          <a:p>
            <a:pPr>
              <a:defRPr sz="2000"/>
            </a:pPr>
            <a:r>
              <a:t>Peak-hour and inventory insights</a:t>
            </a:r>
          </a:p>
          <a:p>
            <a:pPr>
              <a:defRPr sz="2000"/>
            </a:pPr>
            <a:r>
              <a:t>Rule-based chatbot endpoint for customer FAQs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JWT authentication for protected APIs</a:t>
            </a:r>
          </a:p>
          <a:p>
            <a:pPr>
              <a:defRPr sz="2000"/>
            </a:pPr>
            <a:r>
              <a:t>Role control: admin vs staff</a:t>
            </a:r>
          </a:p>
          <a:p>
            <a:pPr>
              <a:defRPr sz="2000"/>
            </a:pPr>
            <a:r>
              <a:t>Request validation via express-validator</a:t>
            </a:r>
          </a:p>
          <a:p>
            <a:pPr>
              <a:defRPr sz="2000"/>
            </a:pPr>
            <a:r>
              <a:t>Helmet, CORS, and rate limiting globally enabled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 deployment on Vercel</a:t>
            </a:r>
          </a:p>
          <a:p>
            <a:pPr>
              <a:defRPr sz="2000"/>
            </a:pPr>
            <a:r>
              <a:t>Backend deployment on Render or Railway</a:t>
            </a:r>
          </a:p>
          <a:p>
            <a:pPr>
              <a:defRPr sz="2000"/>
            </a:pPr>
            <a:r>
              <a:t>Database on MongoDB Atlas</a:t>
            </a:r>
          </a:p>
          <a:p>
            <a:pPr>
              <a:defRPr sz="2000"/>
            </a:pPr>
            <a:r>
              <a:t>Env-var driven secrets and integration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Gaps and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appointment slot conflict prevention</a:t>
            </a:r>
          </a:p>
          <a:p>
            <a:pPr>
              <a:defRPr sz="2000"/>
            </a:pPr>
            <a:r>
              <a:t>Align AI analytics fields with current schema</a:t>
            </a:r>
          </a:p>
          <a:p>
            <a:pPr>
              <a:defRPr sz="2000"/>
            </a:pPr>
            <a:r>
              <a:t>Improve password policy and recovery flow</a:t>
            </a:r>
          </a:p>
          <a:p>
            <a:pPr>
              <a:defRPr sz="2000"/>
            </a:pPr>
            <a:r>
              <a:t>Add centralized monitoring and audit logging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Deliverables: workflow manual, full documentation, presentation deck</a:t>
            </a:r>
          </a:p>
          <a:p>
            <a:pPr>
              <a:defRPr sz="2000"/>
            </a:pPr>
            <a:r>
              <a:t>Next: stakeholder review and UAT</a:t>
            </a:r>
          </a:p>
          <a:p>
            <a:pPr>
              <a:defRPr sz="2000"/>
            </a:pPr>
            <a:r>
              <a:t>Then: staged rollout and production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